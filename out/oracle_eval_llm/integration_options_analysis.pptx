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7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600200"/>
          <a:ext cx="108200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0095"/>
              </a:tblGrid>
              <a:tr h="2286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Aptos"/>
                        </a:rPr>
                        <a:t>Column</a:t>
                      </a:r>
                    </a:p>
                  </a:txBody>
                  <a:tcPr/>
                </a:tc>
              </a:tr>
              <a:tr h="2286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ptos"/>
                        </a:rPr>
                        <a:t/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