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AI Presentation Systems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>implementation lens for Oracle consulting teams | Explain how AI presentation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Oracle consultants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2026-04-06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Data Ingestion in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3794760" cy="1600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AI Presentation Systems Ingest Data outline-first drafting with clarifying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55448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Structured Data Ingestion</a:t>
            </a:r>
            <a:br/>
            <a:r>
              <a:t>Documents and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1312" y="155448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Document and Cloud Inputs</a:t>
            </a:r>
            <a:br/>
            <a:r>
              <a:t>Uploads and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24612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RAG-style Retrieval</a:t>
            </a:r>
            <a:br/>
            <a:r>
              <a:t>Source grounding.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11312" y="3246120"/>
            <a:ext cx="310896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Outline-first Planning</a:t>
            </a:r>
            <a:br/>
            <a:r>
              <a:t>Brief and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937760"/>
            <a:ext cx="3108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Template-driven Layout</a:t>
            </a:r>
            <a:br/>
            <a:r>
              <a:t>Deterministic composition.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2" y="4937760"/>
            <a:ext cx="31089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Deterministic Export</a:t>
            </a:r>
            <a:br/>
            <a:r>
              <a:t>Editable PPTX 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199632"/>
            <a:ext cx="10820095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6 components | 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83280"/>
            <a:ext cx="3794760" cy="114300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Oracle consulting lens | Balanced framing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Slide Generation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This “draft in stages” pattern is explicitly described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RAG-style Retrieval</a:t>
            </a:r>
            <a:br/>
            <a:r>
              <a:t>Source grounding.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Outline-first Planning</a:t>
            </a:r>
            <a:br/>
            <a:r>
              <a:t>Brief and outline.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9288" y="233172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Template-driven Layout</a:t>
            </a:r>
            <a:br/>
            <a:r>
              <a:t>Deterministic composition.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Structured Data Ingestion</a:t>
            </a:r>
            <a:br/>
            <a:r>
              <a:t>Documents and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9288" y="3886200"/>
            <a:ext cx="3493008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Document and Cloud Inputs</a:t>
            </a:r>
            <a:br/>
            <a:r>
              <a:t>Uploads and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897880"/>
            <a:ext cx="1082009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6 components |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Design Quality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Template-First</a:t>
            </a:r>
            <a:br/>
            <a:r>
              <a:t>Fixed layouts.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Rule-Based Layout</a:t>
            </a:r>
            <a:br/>
            <a:r>
              <a:t>Constraints and resize.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QA and Validation</a:t>
            </a:r>
            <a:br/>
            <a:r>
              <a:t>Checks catch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Template-Driven Layout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Rule-Based Layout</a:t>
            </a:r>
            <a:br/>
            <a:r>
              <a:t>Constraints and resize.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QA and Validation</a:t>
            </a:r>
            <a:br/>
            <a:r>
              <a:t>Checks catch issues.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Template-First</a:t>
            </a:r>
            <a:br/>
            <a:r>
              <a:t>Fixed layouts.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Implementation Guidance for Oracle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Deterministic Export</a:t>
            </a:r>
            <a:br/>
            <a:r>
              <a:t>Editable PPTX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Structured Data Ingestion</a:t>
            </a:r>
            <a:br/>
            <a:r>
              <a:t>Documents and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Recommendation for AI System Use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Deterministic Export</a:t>
            </a:r>
            <a:br/>
            <a:r>
              <a:t>Editable PPTX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Structured Data Ingestion</a:t>
            </a:r>
            <a:br/>
            <a:r>
              <a:t>Documents and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Structured Data Ingestion</a:t>
            </a:r>
            <a:br/>
            <a:r>
              <a:t>Documents and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53458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Template-driven Layout</a:t>
            </a:r>
            <a:br/>
            <a:r>
              <a:t>Deterministic composition.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1116" y="1600200"/>
            <a:ext cx="3484778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111111"/>
                </a:solidFill>
                <a:latin typeface="Aptos"/>
              </a:rPr>
              <a:t>Asset Generation</a:t>
            </a:r>
            <a:br/>
            <a:r>
              <a:t>Charts and icons.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