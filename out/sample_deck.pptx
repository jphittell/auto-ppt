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11430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How AI Presentation Systems Ingest Data 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531352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Aptos"/>
              </a:rPr>
              <a:t>Summarize the source clearly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94360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Executive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0"/>
            <a:ext cx="45720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Aptos"/>
              </a:rPr>
              <a:t>2026-04-05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5752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How AI Presentation Systems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Generate Visually Polished PPTX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How AI Presentation Systems Ingest Data 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How AI Presentation Systems Ingest Data and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media for AI- generated presentation drafts; extensive template/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How AI Presentation Systems Ingest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Generate Visually Polished PPTX Decks Executive summary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Generate Visually Polished PPTX Decks Executive summary AI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Landscape of AI presentation tools Representative tools 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Generate Visually Polished PPTX Decks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820095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800" b="1" i="0">
                <a:solidFill>
                  <a:srgbClr val="111111"/>
                </a:solidFill>
                <a:latin typeface="Aptos Display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0820095" cy="4114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How AI Presentation Systems Ingest Data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Generate Visually Polished PPTX Decks Executive</a:t>
            </a:r>
          </a:p>
          <a:p>
            <a:pPr algn="l"/>
            <a:r>
              <a:rPr sz="1800" b="0" i="0">
                <a:solidFill>
                  <a:srgbClr val="111111"/>
                </a:solidFill>
                <a:latin typeface="Aptos"/>
              </a:rPr>
              <a:t>Free-form layout generation with constraint checks: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852160"/>
            <a:ext cx="10820095" cy="731520"/>
          </a:xfrm>
          <a:prstGeom prst="rect">
            <a:avLst/>
          </a:prstGeom>
          <a:solidFill>
            <a:srgbClr val="0A84FF"/>
          </a:solidFill>
          <a:ln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Summarize the source clearly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