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AI Presentation Systems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31352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Aptos"/>
              </a:rPr>
              <a:t>Explain how AI presentation systems ingest data and generate visually polished PPTX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Oracle consultants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2026-04-06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Data Ingestion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3794760" cy="1600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How AI Presentation Systems Ingest Data outline-first drafting with clarifying questions, template-based generation endpoints,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1554480"/>
            <a:ext cx="31089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How AI</a:t>
            </a:r>
            <a:br/>
            <a:r>
              <a:t>How AI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11312" y="1554480"/>
            <a:ext cx="31089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outline-first drafting</a:t>
            </a:r>
            <a:br/>
            <a:r>
              <a:t>outline-first drafting with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3246120"/>
            <a:ext cx="31089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plain prompt</a:t>
            </a:r>
            <a:br/>
            <a:r>
              <a:t>plain prompt 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11312" y="3246120"/>
            <a:ext cx="31089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Word/Docs with</a:t>
            </a:r>
            <a:br/>
            <a:r>
              <a:t>Word/Docs with headings,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4937760"/>
            <a:ext cx="31089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referencing Drive</a:t>
            </a:r>
            <a:br/>
            <a:r>
              <a:t>referencing Drive 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11312" y="4937760"/>
            <a:ext cx="31089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connectors that</a:t>
            </a:r>
            <a:br/>
            <a:r>
              <a:t>connectors that 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99632"/>
            <a:ext cx="10820095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6 components | implementation and governance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383280"/>
            <a:ext cx="3794760" cy="114300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Oracle consulting lens | implementation and governance | Balanced framing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Hybrid Architecture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more engineering burden (hosting, model choice, template design) supports delivery for implementation lens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more engineering</a:t>
            </a:r>
            <a:br/>
            <a:r>
              <a:t>more engineering burden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2544" y="233172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The AI</a:t>
            </a:r>
            <a:br/>
            <a:r>
              <a:t>The AI drafts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8" y="233172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A service</a:t>
            </a:r>
            <a:br/>
            <a:r>
              <a:t>A service accepts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88620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The platform’s</a:t>
            </a:r>
            <a:br/>
            <a:r>
              <a:t>The platform’s differentiator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388620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the AI</a:t>
            </a:r>
            <a:br/>
            <a:r>
              <a:t>the AI mainly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9288" y="388620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How AI</a:t>
            </a:r>
            <a:br/>
            <a:r>
              <a:t>How AI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897880"/>
            <a:ext cx="10820095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6 components | implementation and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Design Quality Strategies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more engineering</a:t>
            </a:r>
            <a:br/>
            <a:r>
              <a:t>more engineering burden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3458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The AI</a:t>
            </a:r>
            <a:br/>
            <a:r>
              <a:t>The AI drafts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1116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A service</a:t>
            </a:r>
            <a:br/>
            <a:r>
              <a:t>A service accepts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Template and Rule-Driven Layouts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Discuss the</a:t>
            </a:r>
            <a:br/>
            <a:r>
              <a:t>Discuss the 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3458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Capability 2</a:t>
            </a:r>
            <a:br/>
            <a:r>
              <a:t>Detail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1116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Capability 3</a:t>
            </a:r>
            <a:br/>
            <a:r>
              <a:t>Detail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Intermediate Representation and Standards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Explain the</a:t>
            </a:r>
            <a:br/>
            <a:r>
              <a:t>Explain the role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3458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Capability 2</a:t>
            </a:r>
            <a:br/>
            <a:r>
              <a:t>Detail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1116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Capability 3</a:t>
            </a:r>
            <a:br/>
            <a:r>
              <a:t>Detail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Landscape of AI Presentation 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Analyze representative</a:t>
            </a:r>
            <a:br/>
            <a:r>
              <a:t>Analyze representative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3458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Capability 2</a:t>
            </a:r>
            <a:br/>
            <a:r>
              <a:t>Detail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1116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Capability 3</a:t>
            </a:r>
            <a:br/>
            <a:r>
              <a:t>Detail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Key Takeaways and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Summarize the</a:t>
            </a:r>
            <a:br/>
            <a:r>
              <a:t>Summarize the main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3458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Capability 2</a:t>
            </a:r>
            <a:br/>
            <a:r>
              <a:t>Detail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1116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Capability 3</a:t>
            </a:r>
            <a:br/>
            <a:r>
              <a:t>Detail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