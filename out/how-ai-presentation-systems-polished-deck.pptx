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AI Presentation Systems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Data Ingestion in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AI systems use structured data connectors for ingestion.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Document uploads and cloud file links are common methods.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Ingestion includes preprocessing and vectorization steps.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Hybrid Architecture of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AI systems integrate data normalization, retrieval, and content planning.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Visual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Design Quality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[{'title': 'Template-First', 'value': 'Fixed layouts with placeholders', 'description': 'Reduces layout failures.'}, {'title': 'Rule-Based', 'value': 'Auto-resize and align', 'description': 'Enhances visual polish.'}, {'title': 'Free-Form', 'value': 'Proposes structures', 'description': 'Enforces constraints.'}]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Template-Driven Layout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Maintains brand consistency across presentations.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Reduces layout failures significantly.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Facilitates rapid content updates.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Rule-Based Auto-Layout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Curated slide types enhance visual appeal.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Auto-resize features ensure content fits well.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Aligns content dynamically for better aesthetics.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Free-Form Layout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Geometric constraints prevent overlap.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Readability constraints ensure clear text.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Margins and alignment are strictly enforced.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Summary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7178040" cy="4526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AI systems streamline presentation creation.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Hybrid architectures enhance flexibility and control.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• Adopt template-driven layouts for consistency.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1600200"/>
            <a:ext cx="3364992" cy="452628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164592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