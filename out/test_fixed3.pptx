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Overview of AI presentation system architecture: data ingestion, retrieval, and slide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Generation Strategies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108200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095"/>
              </a:tblGrid>
              <a:tr h="22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Aptos"/>
                        </a:rPr>
                        <a:t>Column</a:t>
                      </a:r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Strategies for maintaining design quality: template preservation and rule-based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Export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Exporting to PPTX and ensuring compliance with standards like ECMA-376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Representative Tools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Overview of representative AI presentation tools and their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Summarize key points and provide recommendations for AI presentation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