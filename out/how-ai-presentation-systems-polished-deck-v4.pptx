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45752" cy="1143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AI Presentation Systems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8531352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Aptos"/>
              </a:rPr>
              <a:t>implementation lens for Oracle consulting teams | Explain how AI presentation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0"/>
            <a:ext cx="4572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ptos"/>
              </a:rPr>
              <a:t>Oracle consultants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09360"/>
            <a:ext cx="4572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ptos"/>
              </a:rPr>
              <a:t>2026-04-06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0080"/>
            <a:ext cx="10820095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Data Ingestion in AI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3794760" cy="1600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How AI Presentation Systems Ingest Data media for AI-generated presentation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46320" y="1554480"/>
            <a:ext cx="310896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Structured Data Ingestion</a:t>
            </a:r>
            <a:br/>
            <a:r>
              <a:t>Documents and records.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11312" y="1554480"/>
            <a:ext cx="310896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Document and Cloud Inputs</a:t>
            </a:r>
            <a:br/>
            <a:r>
              <a:t>Uploads and cloud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3246120"/>
            <a:ext cx="310896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Template-driven Layout</a:t>
            </a:r>
            <a:br/>
            <a:r>
              <a:t>Deterministic composition.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11312" y="3246120"/>
            <a:ext cx="310896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Asset Generation</a:t>
            </a:r>
            <a:br/>
            <a:r>
              <a:t>Charts and icons.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4937760"/>
            <a:ext cx="310896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11312" y="4937760"/>
            <a:ext cx="310896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199632"/>
            <a:ext cx="10820095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ptos"/>
              </a:rPr>
              <a:t>4 components | governance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383280"/>
            <a:ext cx="3794760" cy="114300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Oracle consulting lens | Balanced framing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0080"/>
            <a:ext cx="10820095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AI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How AI Presentation Systems Ingest Data supports Oracle consulting delivery.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331720"/>
            <a:ext cx="3493008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Structured Data Ingestion</a:t>
            </a:r>
            <a:br/>
            <a:r>
              <a:t>Documents and records.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52544" y="2331720"/>
            <a:ext cx="3493008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RAG-style Retrieval</a:t>
            </a:r>
            <a:br/>
            <a:r>
              <a:t>Source grounding.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19288" y="2331720"/>
            <a:ext cx="3493008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Outline-first Planning</a:t>
            </a:r>
            <a:br/>
            <a:r>
              <a:t>Brief and outline.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886200"/>
            <a:ext cx="3493008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Template-driven Layout</a:t>
            </a:r>
            <a:br/>
            <a:r>
              <a:t>Deterministic composition.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544" y="3886200"/>
            <a:ext cx="3493008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Asset Generation</a:t>
            </a:r>
            <a:br/>
            <a:r>
              <a:t>Charts and icons.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9288" y="3886200"/>
            <a:ext cx="3493008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897880"/>
            <a:ext cx="10820095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ptos"/>
              </a:rPr>
              <a:t>5 components | governance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Design Quality Strategies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600200"/>
            <a:ext cx="3484778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Rule-Based Layout</a:t>
            </a:r>
            <a:br/>
            <a:r>
              <a:t>Constraints and resize.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53458" y="1600200"/>
            <a:ext cx="3484778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21116" y="1600200"/>
            <a:ext cx="3484778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Template-Driven Layout Benefits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600200"/>
            <a:ext cx="3484778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Rule-Based Layout</a:t>
            </a:r>
            <a:br/>
            <a:r>
              <a:t>Constraints and resize.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53458" y="1600200"/>
            <a:ext cx="3484778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21116" y="1600200"/>
            <a:ext cx="3484778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Implementation Guidance for Oracle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600200"/>
            <a:ext cx="3484778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Asset Generation</a:t>
            </a:r>
            <a:br/>
            <a:r>
              <a:t>Charts and icons.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53458" y="1600200"/>
            <a:ext cx="3484778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Deterministic Export</a:t>
            </a:r>
            <a:br/>
            <a:r>
              <a:t>Editable PPTX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21116" y="1600200"/>
            <a:ext cx="3484778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Recommendation for AI System Use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600200"/>
            <a:ext cx="3484778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Asset Generation</a:t>
            </a:r>
            <a:br/>
            <a:r>
              <a:t>Charts and icons.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53458" y="1600200"/>
            <a:ext cx="3484778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Deterministic Export</a:t>
            </a:r>
            <a:br/>
            <a:r>
              <a:t>Editable PPTX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21116" y="1600200"/>
            <a:ext cx="3484778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0080"/>
            <a:ext cx="10820095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3794760" cy="1600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How AI Presentation Systems Ingest Data Landscape of AI presentation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46320" y="1554480"/>
            <a:ext cx="310896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Asset Generation</a:t>
            </a:r>
            <a:br/>
            <a:r>
              <a:t>Charts and icons.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11312" y="1554480"/>
            <a:ext cx="310896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Deterministic Export</a:t>
            </a:r>
            <a:br/>
            <a:r>
              <a:t>Editable PPTX output.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3246120"/>
            <a:ext cx="310896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11312" y="3246120"/>
            <a:ext cx="310896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46320" y="4937760"/>
            <a:ext cx="310896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11312" y="4937760"/>
            <a:ext cx="310896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199632"/>
            <a:ext cx="10820095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ptos"/>
              </a:rPr>
              <a:t>2 components | governance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383280"/>
            <a:ext cx="3794760" cy="114300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Oracle consulting lens | Balanced framing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