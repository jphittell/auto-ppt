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2286000"/>
            <a:ext cx="9445752" cy="11430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800" b="1" i="0">
                <a:solidFill>
                  <a:srgbClr val="111111"/>
                </a:solidFill>
                <a:latin typeface="Aptos Display"/>
              </a:rPr>
              <a:t>Oracle HCM Cloud 26B Release Notes Global Human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3657600"/>
            <a:ext cx="8531352" cy="6858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600" b="0" i="0">
                <a:solidFill>
                  <a:srgbClr val="6B7280"/>
                </a:solidFill>
                <a:latin typeface="Aptos"/>
              </a:rPr>
              <a:t>Create a release readiness briefing for the 26B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5943600"/>
            <a:ext cx="45720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Aptos"/>
              </a:rPr>
              <a:t>HR Leadership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309360"/>
            <a:ext cx="45720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Aptos"/>
              </a:rPr>
              <a:t>2026-04-05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685800"/>
            <a:ext cx="10820095" cy="6858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800" b="1" i="0">
                <a:solidFill>
                  <a:srgbClr val="111111"/>
                </a:solidFill>
                <a:latin typeface="Aptos Display"/>
              </a:rPr>
              <a:t>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9445752" cy="43891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800" b="0" i="0">
                <a:solidFill>
                  <a:srgbClr val="111111"/>
                </a:solidFill>
                <a:latin typeface="Aptos"/>
              </a:rPr>
              <a:t>Oracle HCM Cloud 26B</a:t>
            </a:r>
          </a:p>
          <a:p>
            <a:pPr algn="l"/>
            <a:r>
              <a:rPr sz="1800" b="0" i="0">
                <a:solidFill>
                  <a:srgbClr val="111111"/>
                </a:solidFill>
                <a:latin typeface="Aptos"/>
              </a:rPr>
              <a:t>Release Date June 2026</a:t>
            </a:r>
          </a:p>
          <a:p>
            <a:pPr algn="l"/>
            <a:r>
              <a:rPr sz="1800" b="0" i="0">
                <a:solidFill>
                  <a:srgbClr val="111111"/>
                </a:solidFill>
                <a:latin typeface="Aptos"/>
              </a:rPr>
              <a:t>Overview</a:t>
            </a:r>
          </a:p>
          <a:p>
            <a:pPr algn="l"/>
            <a:r>
              <a:rPr sz="1800" b="0" i="0">
                <a:solidFill>
                  <a:srgbClr val="111111"/>
                </a:solidFill>
                <a:latin typeface="Aptos"/>
              </a:rPr>
              <a:t>Key Takeaways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0A84FF"/>
          </a:solidFill>
          <a:ln>
            <a:solidFill>
              <a:srgbClr val="0A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685800"/>
            <a:ext cx="10820095" cy="6858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800" b="1" i="0">
                <a:solidFill>
                  <a:srgbClr val="111111"/>
                </a:solidFill>
                <a:latin typeface="Aptos Display"/>
              </a:rPr>
              <a:t>Oracle HCM Cloud 26B Release Notes Global Human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00200"/>
            <a:ext cx="10820095" cy="41148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800" b="0" i="0">
                <a:solidFill>
                  <a:srgbClr val="111111"/>
                </a:solidFill>
                <a:latin typeface="Aptos"/>
              </a:rPr>
              <a:t>Oracle HCM Cloud 26B Release Notes Global Human</a:t>
            </a:r>
          </a:p>
          <a:p>
            <a:pPr algn="l"/>
            <a:r>
              <a:rPr sz="1800" b="0" i="0">
                <a:solidFill>
                  <a:srgbClr val="111111"/>
                </a:solidFill>
                <a:latin typeface="Aptos"/>
              </a:rPr>
              <a:t>Oracle HCM Cloud 26B delivers targeted enhancements to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852160"/>
            <a:ext cx="10820095" cy="731520"/>
          </a:xfrm>
          <a:prstGeom prst="rect">
            <a:avLst/>
          </a:prstGeom>
          <a:solidFill>
            <a:srgbClr val="0A84FF"/>
          </a:solidFill>
          <a:ln>
            <a:solidFill>
              <a:srgbClr val="0A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Oracle HCM Cloud 26B Release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685800"/>
            <a:ext cx="10820095" cy="6858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800" b="1" i="0">
                <a:solidFill>
                  <a:srgbClr val="111111"/>
                </a:solidFill>
                <a:latin typeface="Aptos Display"/>
              </a:rPr>
              <a:t>Release Date June 2026 Document Type Feature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00200"/>
            <a:ext cx="10820095" cy="41148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800" b="0" i="0">
                <a:solidFill>
                  <a:srgbClr val="111111"/>
                </a:solidFill>
                <a:latin typeface="Aptos"/>
              </a:rPr>
              <a:t>Release Date: June 2026 Document Type: Feature Summary</a:t>
            </a:r>
          </a:p>
          <a:p>
            <a:pPr algn="l"/>
            <a:r>
              <a:rPr sz="1800" b="0" i="0">
                <a:solidFill>
                  <a:srgbClr val="111111"/>
                </a:solidFill>
                <a:latin typeface="Aptos"/>
              </a:rPr>
              <a:t>New Features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852160"/>
            <a:ext cx="10820095" cy="731520"/>
          </a:xfrm>
          <a:prstGeom prst="rect">
            <a:avLst/>
          </a:prstGeom>
          <a:solidFill>
            <a:srgbClr val="0A84FF"/>
          </a:solidFill>
          <a:ln>
            <a:solidFill>
              <a:srgbClr val="0A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Release Date: June 2026 Document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685800"/>
            <a:ext cx="10820095" cy="6858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800" b="1" i="0">
                <a:solidFill>
                  <a:srgbClr val="111111"/>
                </a:solidFill>
                <a:latin typeface="Aptos Display"/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00200"/>
            <a:ext cx="10820095" cy="41148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800" b="0" i="0">
                <a:solidFill>
                  <a:srgbClr val="111111"/>
                </a:solidFill>
                <a:latin typeface="Aptos"/>
              </a:rPr>
              <a:t>Overview</a:t>
            </a:r>
          </a:p>
          <a:p>
            <a:pPr algn="l"/>
            <a:r>
              <a:rPr sz="1800" b="0" i="0">
                <a:solidFill>
                  <a:srgbClr val="111111"/>
                </a:solidFill>
                <a:latin typeface="Aptos"/>
              </a:rPr>
              <a:t>Support and Resources</a:t>
            </a:r>
          </a:p>
          <a:p>
            <a:pPr algn="l"/>
            <a:r>
              <a:rPr sz="1800" b="0" i="0">
                <a:solidFill>
                  <a:srgbClr val="111111"/>
                </a:solidFill>
                <a:latin typeface="Aptos"/>
              </a:rPr>
              <a:t>Release Date: June 2026 Document Type: Feature Summary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852160"/>
            <a:ext cx="10820095" cy="731520"/>
          </a:xfrm>
          <a:prstGeom prst="rect">
            <a:avLst/>
          </a:prstGeom>
          <a:solidFill>
            <a:srgbClr val="0A84FF"/>
          </a:solidFill>
          <a:ln>
            <a:solidFill>
              <a:srgbClr val="0A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Overview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685800"/>
            <a:ext cx="10820095" cy="6858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800" b="1" i="0">
                <a:solidFill>
                  <a:srgbClr val="111111"/>
                </a:solidFill>
                <a:latin typeface="Aptos Display"/>
              </a:rPr>
              <a:t>Key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00200"/>
            <a:ext cx="10820095" cy="41148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800" b="0" i="0">
                <a:solidFill>
                  <a:srgbClr val="111111"/>
                </a:solidFill>
                <a:latin typeface="Aptos"/>
              </a:rPr>
              <a:t>Oracle HCM Cloud 26B Release Notes</a:t>
            </a:r>
          </a:p>
          <a:p>
            <a:pPr algn="l"/>
            <a:r>
              <a:rPr sz="1800" b="0" i="0">
                <a:solidFill>
                  <a:srgbClr val="111111"/>
                </a:solidFill>
                <a:latin typeface="Aptos"/>
              </a:rPr>
              <a:t>Release Date: June 2026 Document Type:</a:t>
            </a:r>
          </a:p>
          <a:p>
            <a:pPr algn="l"/>
            <a:r>
              <a:rPr sz="1800" b="0" i="0">
                <a:solidFill>
                  <a:srgbClr val="111111"/>
                </a:solidFill>
                <a:latin typeface="Aptos"/>
              </a:rPr>
              <a:t>Overview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852160"/>
            <a:ext cx="10820095" cy="731520"/>
          </a:xfrm>
          <a:prstGeom prst="rect">
            <a:avLst/>
          </a:prstGeom>
          <a:solidFill>
            <a:srgbClr val="0A84FF"/>
          </a:solidFill>
          <a:ln>
            <a:solidFill>
              <a:srgbClr val="0A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Create a release readiness briefing for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