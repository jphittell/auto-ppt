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>Create a decision-support deck on positions versus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Executive Steering Committee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2026-04-05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Positions vs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Purpose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This document supports the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Positions 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When to Choose a Position-Based Model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Key characteristics of a Position-based model include explicit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Understanding Positions in Oracle HCM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Positions 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Purpose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Background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Cleanse source data before migration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This document supports the design decision between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When to Choose a Position-Based Model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Key characteristics of a Position-based model include explicit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Plan for ongoing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This document supports the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Positions vs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Purpose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This document supports the design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Create a decision-support deck on positions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