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Oracle HCM Cloud Integration Approach Options Analysis Connecting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>Create an options analysis deck recommending an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Executive Steering Committee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2026-04-05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Oracle HCM Cloud Integration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Executive Summary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This document presents three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Oracle HCM Cloud Integration Approach Options Analysis Connecting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Oracle HCM Cloud Integration Approach Options Analysis: Connecting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Description Oracle Integration Cloud is Oracle's managed integration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This document presents three architectural options for integrating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Oracle HCM Cloud Integration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Executive Summary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Comparative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Executive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This document presents three architectural options for integrating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Confirm integration platform ownership and licensing availability with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Pros Leverages existing platform investment and team expertise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How It Works HR events in Oracle HCM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This document presents three architectural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Oracle HCM Cloud Integration Approach Options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Executive Summary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This document presents three architectural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Create an options analysis deck recommending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