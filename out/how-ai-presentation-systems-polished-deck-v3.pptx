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AI Presentation Systems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ptos"/>
              </a:rPr>
              <a:t>implementation lens for Oracle consulting teams | Explain how AI presentation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Oracle consultants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2026-04-06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Data Ingestion in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3794760" cy="160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How AI Presentation Systems Ingest Data media for AI-generated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55448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Structured Data Ingestion</a:t>
            </a:r>
            <a:br/>
            <a:r>
              <a:t>Documents and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11312" y="155448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Document and Cloud Inputs</a:t>
            </a:r>
            <a:br/>
            <a:r>
              <a:t>Uploads and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324612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RAG-style Retrieval</a:t>
            </a:r>
            <a:br/>
            <a:r>
              <a:t>Source grounding.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11312" y="324612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Outline-first Planning</a:t>
            </a:r>
            <a:br/>
            <a:r>
              <a:t>Brief and outline.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937760"/>
            <a:ext cx="31089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Template-driven Layout</a:t>
            </a:r>
            <a:br/>
            <a:r>
              <a:t>Deterministic composition.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11312" y="4937760"/>
            <a:ext cx="31089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Asset Generation</a:t>
            </a:r>
            <a:br/>
            <a:r>
              <a:t>Charts and icons.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99632"/>
            <a:ext cx="10820095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6 components | governance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383280"/>
            <a:ext cx="3794760" cy="11430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Oracle consulting lens | Balanced framing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AI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How AI Presentation Systems Ingest Data supports Oracle consulting delivery.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RAG-style Retrieval</a:t>
            </a:r>
            <a:br/>
            <a:r>
              <a:t>Source grounding.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2544" y="233172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Outline-first Planning</a:t>
            </a:r>
            <a:br/>
            <a:r>
              <a:t>Brief and outline.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8" y="233172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388620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2544" y="388620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19288" y="388620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897880"/>
            <a:ext cx="10820095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2 components |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Design Quality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Template-First</a:t>
            </a:r>
            <a:br/>
            <a:r>
              <a:t>Fixed layouts.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Rule-Based Layout</a:t>
            </a:r>
            <a:br/>
            <a:r>
              <a:t>Constraints and resize.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Template-Driven Layout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Template-First</a:t>
            </a:r>
            <a:br/>
            <a:r>
              <a:t>Fixed layouts.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Rule-Based Layout</a:t>
            </a:r>
            <a:br/>
            <a:r>
              <a:t>Constraints and resize.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QA and Validation</a:t>
            </a:r>
            <a:br/>
            <a:r>
              <a:t>Checks catch issues.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Rule-Based Auto-Layout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Template-First</a:t>
            </a:r>
            <a:br/>
            <a:r>
              <a:t>Fixed layouts.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Rule-Based Layout</a:t>
            </a:r>
            <a:br/>
            <a:r>
              <a:t>Constraints and resize.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QA and Validation</a:t>
            </a:r>
            <a:br/>
            <a:r>
              <a:t>Checks catch issues.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Free-Form Layout Constraints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Rule-Based Layout</a:t>
            </a:r>
            <a:br/>
            <a:r>
              <a:t>Constraints and resize.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Free-Form Generation</a:t>
            </a:r>
            <a:br/>
            <a:r>
              <a:t>Model proposes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QA and Validation</a:t>
            </a:r>
            <a:br/>
            <a:r>
              <a:t>Checks catch issues.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Key Takeaways and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Structured Data Ingestion</a:t>
            </a:r>
            <a:br/>
            <a:r>
              <a:t>Documents and records.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Template-driven Layout</a:t>
            </a:r>
            <a:br/>
            <a:r>
              <a:t>Deterministic composition.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Asset Generation</a:t>
            </a:r>
            <a:br/>
            <a:r>
              <a:t>Charts and icons.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