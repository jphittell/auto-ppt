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Presentation Systems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Architecture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AI systems use structured data ingestion, retrieval, and multi-step content planning.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Template-Driven Layout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Discuss template-first and rule-based auto-layout strategies for slide generation.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Comparison of Layout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Compare template-first, rule-based, and free-form layout strategies.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Data Ingestion Modalities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Explore various data ingestion methods like document upload and structured data connectors.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Intermediate Representation in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Explain the use of SlideSpec JSON for layout and rendering.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Standards and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Discuss the importance of standards-compliant OOXML in PPTX generation.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Summary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Summarize key points and provide recommendations for AI presentation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